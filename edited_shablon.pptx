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3" autoAdjust="0"/>
    <p:restoredTop sz="94660"/>
  </p:normalViewPr>
  <p:slideViewPr>
    <p:cSldViewPr snapToGrid="0">
      <p:cViewPr varScale="1">
        <p:scale>
          <a:sx n="77" d="100"/>
          <a:sy n="77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6E3BE7-0906-59B9-E420-F176D83EE1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Mavzu: Yangi taqdimot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A11246-1E92-A2BF-CB50-87381E344A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Tayyorladi: Amirjon Karimov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846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C17EB4-F3E6-D2EE-37E0-269F58E31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626DB3-09C5-BC1B-CAF7-406BAA1F7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6583"/>
            <a:ext cx="8596668" cy="453477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t>1. Birinchi Reja</a:t>
            </a:r>
          </a:p>
          <a:p>
            <a:r>
              <a:t>2. Ikkinchi Reja</a:t>
            </a:r>
          </a:p>
          <a:p>
            <a:r>
              <a:t>3. Uchinchi Reja</a:t>
            </a:r>
          </a:p>
        </p:txBody>
      </p:sp>
    </p:spTree>
    <p:extLst>
      <p:ext uri="{BB962C8B-B14F-4D97-AF65-F5344CB8AC3E}">
        <p14:creationId xmlns:p14="http://schemas.microsoft.com/office/powerpoint/2010/main" val="4152288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16CBD56-766E-6C7D-855B-36D625051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627017"/>
            <a:ext cx="8596668" cy="541434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912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F87EC9-1937-9389-5A02-01BB5A8D7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Xulosa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81683E-EA74-9FFC-4E45-CF351A447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0789"/>
            <a:ext cx="8596668" cy="463057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XulosaXulosaXulosa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7543832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400"/>
            </a:pPr>
            <a:r>
              <a:t>1. Birinchi Reja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400"/>
            </a:pPr>
            <a:r>
              <a:t>2. Ikkinchi Reja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400"/>
            </a:pPr>
            <a:r>
              <a:t>3. Uchinchi Reja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llakjdlakjsdalj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76</TotalTime>
  <Words>12</Words>
  <Application>Microsoft Office PowerPoint</Application>
  <PresentationFormat>Широкоэкранный</PresentationFormat>
  <Paragraphs>6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Times New Roman</vt:lpstr>
      <vt:lpstr>Trebuchet MS</vt:lpstr>
      <vt:lpstr>Wingdings 3</vt:lpstr>
      <vt:lpstr>Аспект</vt:lpstr>
      <vt:lpstr>Mavzu:MavzuMavzu</vt:lpstr>
      <vt:lpstr>                          Reja:</vt:lpstr>
      <vt:lpstr>Презентация PowerPoint</vt:lpstr>
      <vt:lpstr>                              Xulosa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Windows 10</dc:creator>
  <cp:lastModifiedBy>Пользователь</cp:lastModifiedBy>
  <cp:revision>2</cp:revision>
  <dcterms:created xsi:type="dcterms:W3CDTF">2024-11-07T03:37:54Z</dcterms:created>
  <dcterms:modified xsi:type="dcterms:W3CDTF">2025-01-12T05:07:02Z</dcterms:modified>
</cp:coreProperties>
</file>