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E3BE7-0906-59B9-E420-F176D83EE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Mavzu:MavzuMavzu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A11246-1E92-A2BF-CB50-87381E344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84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17EB4-F3E6-D2EE-37E0-269F58E3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626DB3-09C5-BC1B-CAF7-406BAA1F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583"/>
            <a:ext cx="8596668" cy="4534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RejalarRejalarRejalar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28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6CBD56-766E-6C7D-855B-36D625051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27017"/>
            <a:ext cx="8596668" cy="54143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1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87EC9-1937-9389-5A02-01BB5A8D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81683E-EA74-9FFC-4E45-CF351A447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0789"/>
            <a:ext cx="8596668" cy="463057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XulosaXulosaXulosa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75438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12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Trebuchet MS</vt:lpstr>
      <vt:lpstr>Wingdings 3</vt:lpstr>
      <vt:lpstr>Аспект</vt:lpstr>
      <vt:lpstr>Mavzu:MavzuMavzu</vt:lpstr>
      <vt:lpstr>                          Reja:</vt:lpstr>
      <vt:lpstr>Презентация PowerPoint</vt:lpstr>
      <vt:lpstr>                              Xulosa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10</dc:creator>
  <cp:lastModifiedBy>Пользователь</cp:lastModifiedBy>
  <cp:revision>2</cp:revision>
  <dcterms:created xsi:type="dcterms:W3CDTF">2024-11-07T03:37:54Z</dcterms:created>
  <dcterms:modified xsi:type="dcterms:W3CDTF">2025-01-12T05:07:02Z</dcterms:modified>
</cp:coreProperties>
</file>